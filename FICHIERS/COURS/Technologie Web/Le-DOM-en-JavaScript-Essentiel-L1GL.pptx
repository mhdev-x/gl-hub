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E6CC36-D9CE-4E07-9982-3563125EC65D}">
  <a:tblStyle styleId="{6AE6CC36-D9CE-4E07-9982-3563125EC65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5.xml"/><Relationship Id="rId22" Type="http://schemas.openxmlformats.org/officeDocument/2006/relationships/font" Target="fonts/Lato-boldItalic.fntdata"/><Relationship Id="rId10" Type="http://schemas.openxmlformats.org/officeDocument/2006/relationships/slide" Target="slides/slide4.xml"/><Relationship Id="rId21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oppins-regular.fntdata"/><Relationship Id="rId14" Type="http://schemas.openxmlformats.org/officeDocument/2006/relationships/slide" Target="slides/slide8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715000" y="1781175"/>
            <a:ext cx="762000" cy="76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105501" y="2238375"/>
            <a:ext cx="798099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LE DOM EN JAVASCRIPT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367087" y="4038186"/>
            <a:ext cx="5457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L'essentiel pour bien débuter (Niveau L1GL)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05325" y="4552950"/>
            <a:ext cx="31813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Institut Supérieur d'Informatique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960608" y="2833687"/>
            <a:ext cx="627078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I. C'est quoi le DOM ?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381625" y="3976687"/>
            <a:ext cx="1428750" cy="4762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1650" y="1204900"/>
            <a:ext cx="5238749" cy="541024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L'Arbre du Document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283845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Le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DOM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transforme votre code HTML en un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Arbre d'objets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28675" y="3752850"/>
            <a:ext cx="123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52500" y="3752850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Chaque balise est un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nœud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28675" y="4257675"/>
            <a:ext cx="123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4257675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JavaScript peut "attraper" ces nœuds.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28675" y="4762500"/>
            <a:ext cx="123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52500" y="4762500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On peut modifier le contenu sans recharger la page.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7437"/>
            <a:ext cx="34925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57437"/>
            <a:ext cx="34925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57437"/>
            <a:ext cx="3492549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Le Cycle en 3 Étapes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884236" y="3671887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1. Sélectionner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52500" y="4281487"/>
            <a:ext cx="2730549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Trouver la balise cible dans la page.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662535" y="3671887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2. Écouter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730799" y="4281487"/>
            <a:ext cx="2730549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Attendre une action (clic, clavier...).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440835" y="3671887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3. Modifier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509099" y="4281487"/>
            <a:ext cx="27305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Changer le texte ou le style.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1012" y="2852737"/>
            <a:ext cx="3333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2852737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7599" y="2852737"/>
            <a:ext cx="533400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8593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Étape 1 : Sélectionner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2971800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On utilise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document.querySelector()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3495675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Utilisez les mêmes sélecteurs qu'en CSS :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795462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3943350"/>
            <a:ext cx="5238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11D48"/>
                </a:solidFill>
                <a:latin typeface="Lato"/>
                <a:ea typeface="Lato"/>
                <a:cs typeface="Lato"/>
                <a:sym typeface="Lato"/>
              </a:rPr>
              <a:t>'h1'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: Par balise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4276725"/>
            <a:ext cx="5238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11D48"/>
                </a:solidFill>
                <a:latin typeface="Lato"/>
                <a:ea typeface="Lato"/>
                <a:cs typeface="Lato"/>
                <a:sym typeface="Lato"/>
              </a:rPr>
              <a:t>'#id'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: Par identifiant unique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4610100"/>
            <a:ext cx="5238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11D48"/>
                </a:solidFill>
                <a:latin typeface="Lato"/>
                <a:ea typeface="Lato"/>
                <a:cs typeface="Lato"/>
                <a:sym typeface="Lato"/>
              </a:rPr>
              <a:t>'.classe'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: Par classe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Étape 2 : Modifier</a:t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527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342423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Le Texte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3910012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Utilisez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.textContent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pour changer le texte d'une balise.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71500" y="4433887"/>
            <a:ext cx="5238750" cy="419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666750" y="4529137"/>
            <a:ext cx="504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element.textContent = "Nouveau texte";</a:t>
            </a:r>
            <a:endParaRPr/>
          </a:p>
        </p:txBody>
      </p:sp>
      <p:pic>
        <p:nvPicPr>
          <p:cNvPr descr="image.png" id="156" name="Google Shape;15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8527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6381750" y="342423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Le Style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381750" y="3910012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Utilisez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.classList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pour ajouter/enlever des styles CSS.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6381750" y="4433887"/>
            <a:ext cx="5238750" cy="419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6477000" y="4529137"/>
            <a:ext cx="504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element.classList.add("rouge");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462" y="4419600"/>
            <a:ext cx="40290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809625" y="571500"/>
            <a:ext cx="49506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Étape 3 : Écouter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9" name="Google Shape;1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1004887" y="2581275"/>
            <a:ext cx="4086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La commande magique :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addEventListener()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281112" y="3295650"/>
            <a:ext cx="35337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Elle permet de dire au navigateur 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"Quand on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clique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ici, fais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cette action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".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Résumé des Commandes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20"/>
          <p:cNvGraphicFramePr/>
          <p:nvPr/>
        </p:nvGraphicFramePr>
        <p:xfrm>
          <a:off x="3005137" y="1985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{6AE6CC36-D9CE-4E07-9982-3563125EC65D}</a:tableStyleId>
              </a:tblPr>
              <a:tblGrid>
                <a:gridCol w="1828800"/>
                <a:gridCol w="4352925"/>
              </a:tblGrid>
              <a:tr h="81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Commande JavaScript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81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Sélectionner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document.querySelector('.classe')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Changer texte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element.textContent = "..."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Changer style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element.classList.add('nom_classe')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Réagir au clic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element.addEventListener('click', callback)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p20"/>
          <p:cNvSpPr/>
          <p:nvPr/>
        </p:nvSpPr>
        <p:spPr>
          <a:xfrm>
            <a:off x="3005137" y="2795587"/>
            <a:ext cx="18288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833937" y="2795587"/>
            <a:ext cx="43529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3005137" y="3605212"/>
            <a:ext cx="18288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833937" y="3605212"/>
            <a:ext cx="43529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005137" y="4414837"/>
            <a:ext cx="18288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833937" y="4414837"/>
            <a:ext cx="43529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005137" y="5224462"/>
            <a:ext cx="18288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833937" y="5224462"/>
            <a:ext cx="43529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005137" y="6034087"/>
            <a:ext cx="18288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833937" y="6034087"/>
            <a:ext cx="43529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